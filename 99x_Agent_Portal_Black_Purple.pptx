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99x Agent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Full Proposal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What is the 99x Agent Portal?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A customer platform offering transparency and measurable insights into AI agents.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Positions AI systems as accountable digital employees.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Purpose of the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- Deliver operational transparency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Build customer trust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Provide measurable performance metrics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Support AI-as-an-Employee model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Centralize all observability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AI Agent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- Overview of all deployed agents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Status monitoring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Task throughput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Activity timeline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Key performance indicators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Detailed Agent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- Tasks completed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Success rate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Execution duration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Resource consumption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Time &amp; cost savings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Task Explorer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- Searchable task logs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Input/output visibility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Execution details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Success/failure tracking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Audit-friendly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Observability with OpenTelemetry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- Performance metrics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Logs for behavior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Distributed traces for workflows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Scalable and industry-standard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Value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- Time saved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Cost reduction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Productivity gains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Automation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Strategic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- AI Employee-as-a-Service potential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Higher customer trust &amp; retention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Market differentiation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Upsell opportunities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- Smoother support &amp;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AF52DE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F52DE"/>
                </a:solidFill>
              </a:defRPr>
            </a:pPr>
            <a:r>
              <a:t>The 99x Agent Portal establishes a foundation for transparent, measurable digital employees.</a:t>
            </a:r>
          </a:p>
          <a:p>
            <a:pPr>
              <a:defRPr sz="2400">
                <a:solidFill>
                  <a:srgbClr val="AF52DE"/>
                </a:solidFill>
              </a:defRPr>
            </a:pPr>
            <a:r>
              <a:t>It unlocks scalable AI operations and a subscription-based AI workforce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