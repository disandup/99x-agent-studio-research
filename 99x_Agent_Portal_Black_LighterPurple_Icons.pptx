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D28CFF"/>
                </a:solidFill>
              </a:defRPr>
            </a:pPr>
            <a:r>
              <a:t>99x Agent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28CFF"/>
                </a:solidFill>
              </a:defRPr>
            </a:pPr>
            <a:r>
              <a:t>Full Proposal 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D28CFF"/>
          </a:solidFill>
          <a:ln>
            <a:solidFill>
              <a:srgbClr val="D2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D28CFF"/>
                </a:solidFill>
              </a:defRPr>
            </a:pPr>
            <a:r>
              <a:t>What is the 99x Agent Portal?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28CFF"/>
                </a:solidFill>
              </a:defRPr>
            </a:pPr>
            <a:r>
              <a:t>A customer platform offering transparency and measurable insights into AI agents.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Positions AI systems as accountable digital employees.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D28CFF"/>
          </a:solidFill>
          <a:ln>
            <a:solidFill>
              <a:srgbClr val="D2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D28CFF"/>
                </a:solidFill>
              </a:defRPr>
            </a:pPr>
            <a:r>
              <a:t>Purpose of the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28CFF"/>
                </a:solidFill>
              </a:defRPr>
            </a:pPr>
            <a:r>
              <a:t>- Deliver operational transparency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Build customer trust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Provide measurable performance metrics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Support AI-as-an-Employee model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Centralize all observability data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D28CFF"/>
          </a:solidFill>
          <a:ln>
            <a:solidFill>
              <a:srgbClr val="D2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D28CFF"/>
                </a:solidFill>
              </a:defRPr>
            </a:pPr>
            <a:r>
              <a:t>AI Agent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28CFF"/>
                </a:solidFill>
              </a:defRPr>
            </a:pPr>
            <a:r>
              <a:t>- Overview of all deployed agents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Status monitoring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Task throughput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Activity timeline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Key performance indicators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D28CFF"/>
          </a:solidFill>
          <a:ln>
            <a:solidFill>
              <a:srgbClr val="D2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D28CFF"/>
                </a:solidFill>
              </a:defRPr>
            </a:pPr>
            <a:r>
              <a:t>Detailed Agent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28CFF"/>
                </a:solidFill>
              </a:defRPr>
            </a:pPr>
            <a:r>
              <a:t>- Tasks completed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Success rate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Execution duration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Resource consumption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Time &amp; cost savings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D28CFF"/>
          </a:solidFill>
          <a:ln>
            <a:solidFill>
              <a:srgbClr val="D2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D28CFF"/>
                </a:solidFill>
              </a:defRPr>
            </a:pPr>
            <a:r>
              <a:t>Task Explorer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28CFF"/>
                </a:solidFill>
              </a:defRPr>
            </a:pPr>
            <a:r>
              <a:t>- Searchable task logs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Input/output visibility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Execution details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Success/failure tracking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Audit-friendly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D28CFF"/>
          </a:solidFill>
          <a:ln>
            <a:solidFill>
              <a:srgbClr val="D2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D28CFF"/>
                </a:solidFill>
              </a:defRPr>
            </a:pPr>
            <a:r>
              <a:t>Observability with OpenTelemetry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28CFF"/>
                </a:solidFill>
              </a:defRPr>
            </a:pPr>
            <a:r>
              <a:t>- Performance metrics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Logs for behavior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Distributed traces for workflows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Scalable and industry-standard telemetry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D28CFF"/>
          </a:solidFill>
          <a:ln>
            <a:solidFill>
              <a:srgbClr val="D2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D28CFF"/>
                </a:solidFill>
              </a:defRPr>
            </a:pPr>
            <a:r>
              <a:t>Value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28CFF"/>
                </a:solidFill>
              </a:defRPr>
            </a:pPr>
            <a:r>
              <a:t>- Time saved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Cost reduction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Productivity gains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Automation impact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D28CFF"/>
          </a:solidFill>
          <a:ln>
            <a:solidFill>
              <a:srgbClr val="D2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D28CFF"/>
                </a:solidFill>
              </a:defRPr>
            </a:pPr>
            <a:r>
              <a:t>Strategic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28CFF"/>
                </a:solidFill>
              </a:defRPr>
            </a:pPr>
            <a:r>
              <a:t>- AI Employee-as-a-Service potential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Higher customer trust &amp; retention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Market differentiation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Upsell opportunities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- Smoother support &amp; monitoring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D28CFF"/>
          </a:solidFill>
          <a:ln>
            <a:solidFill>
              <a:srgbClr val="D2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D28C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28CFF"/>
                </a:solidFill>
              </a:defRPr>
            </a:pPr>
            <a:r>
              <a:t>The 99x Agent Portal provides measurable, transparent digital employees.</a:t>
            </a:r>
          </a:p>
          <a:p>
            <a:pPr>
              <a:defRPr sz="2400">
                <a:solidFill>
                  <a:srgbClr val="D28CFF"/>
                </a:solidFill>
              </a:defRPr>
            </a:pPr>
            <a:r>
              <a:t>It enables scalable AI operations and a subscription-based AI workforce model.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D28CFF"/>
          </a:solidFill>
          <a:ln>
            <a:solidFill>
              <a:srgbClr val="D2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