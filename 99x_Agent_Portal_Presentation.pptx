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99x Agent Portal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Full Proposal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the 99x Agent Portal?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customer-facing platform providing transparency, visibility, and measurable insights into AI agents.</a:t>
            </a:r>
          </a:p>
          <a:p>
            <a:r>
              <a:t>Positions AI systems as accountable 'digital employees'.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Purpose of the Portal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Deliver operational transparency</a:t>
            </a:r>
          </a:p>
          <a:p>
            <a:r>
              <a:t>- Build trust through clear visibility</a:t>
            </a:r>
          </a:p>
          <a:p>
            <a:r>
              <a:t>- Provide measurable performance metrics</a:t>
            </a:r>
          </a:p>
          <a:p>
            <a:r>
              <a:t>- Support AI-as-an-Employee model</a:t>
            </a:r>
          </a:p>
          <a:p>
            <a:r>
              <a:t>- Centralize observability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Feature: AI Agent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Unified view of all deployed agents</a:t>
            </a:r>
          </a:p>
          <a:p>
            <a:r>
              <a:t>- Status monitoring (healthy, idle, error)</a:t>
            </a:r>
          </a:p>
          <a:p>
            <a:r>
              <a:t>- Daily/weekly task counts</a:t>
            </a:r>
          </a:p>
          <a:p>
            <a:r>
              <a:t>- Activity timeline and KPIs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Feature: Detailed Agent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Total tasks completed</a:t>
            </a:r>
          </a:p>
          <a:p>
            <a:r>
              <a:t>- Success rate</a:t>
            </a:r>
          </a:p>
          <a:p>
            <a:r>
              <a:t>- Execution duration</a:t>
            </a:r>
          </a:p>
          <a:p>
            <a:r>
              <a:t>- Resource usage</a:t>
            </a:r>
          </a:p>
          <a:p>
            <a:r>
              <a:t>- Estimated cost/time savings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Feature: Task Explorer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Full searchable task history</a:t>
            </a:r>
          </a:p>
          <a:p>
            <a:r>
              <a:t>- Inputs, outputs, logs, timestamps</a:t>
            </a:r>
          </a:p>
          <a:p>
            <a:r>
              <a:t>- Success/failure tracking</a:t>
            </a:r>
          </a:p>
          <a:p>
            <a:r>
              <a:t>- Useful for auditing and debugging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Observability with OpenTelemetry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Metrics for performance insights</a:t>
            </a:r>
          </a:p>
          <a:p>
            <a:r>
              <a:t>- Logs for detailed behavior</a:t>
            </a:r>
          </a:p>
          <a:p>
            <a:r>
              <a:t>- Distributed traces to visualize workflows</a:t>
            </a:r>
          </a:p>
          <a:p>
            <a:r>
              <a:t>- Industry-standard, scalable, and future-proof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Value Reporting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Time saved</a:t>
            </a:r>
          </a:p>
          <a:p>
            <a:r>
              <a:t>- Cost reductions</a:t>
            </a:r>
          </a:p>
          <a:p>
            <a:r>
              <a:t>- Productivity improvements</a:t>
            </a:r>
          </a:p>
          <a:p>
            <a:r>
              <a:t>- Automated workload impact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Business Value for 99x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Enables AI Employee-as-a-Service model</a:t>
            </a:r>
          </a:p>
          <a:p>
            <a:r>
              <a:t>- Boosts customer trust and retention</a:t>
            </a:r>
          </a:p>
          <a:p>
            <a:r>
              <a:t>- Differentiates 99x in the market</a:t>
            </a:r>
          </a:p>
          <a:p>
            <a:r>
              <a:t>- Creates upsell opportunities</a:t>
            </a:r>
          </a:p>
          <a:p>
            <a:r>
              <a:t>- Improves internal support and monitoring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99x Agent Portal lays the foundation for measurable, transparent digital employees.</a:t>
            </a:r>
          </a:p>
          <a:p>
            <a:r>
              <a:t>Builds trust, supports scalable AI operations, and unlocks a future of subscription-based AI workforce models.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